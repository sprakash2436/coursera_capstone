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2278720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634970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3357857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1FD4310-F853-435E-800D-F3FEAE7D4704}" type="datetimeFigureOut">
              <a:rPr lang="en-IN" smtClean="0"/>
              <a:t>11-03-2021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2639152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1FD4310-F853-435E-800D-F3FEAE7D4704}" type="datetimeFigureOut">
              <a:rPr lang="en-IN" smtClean="0"/>
              <a:t>11-03-2021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620896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3025372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2168301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308039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1FD4310-F853-435E-800D-F3FEAE7D4704}" type="datetimeFigureOut">
              <a:rPr lang="en-IN" smtClean="0"/>
              <a:t>11-03-2021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3043087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1FD4310-F853-435E-800D-F3FEAE7D4704}" type="datetimeFigureOut">
              <a:rPr lang="en-IN" smtClean="0"/>
              <a:t>11-03-2021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3085907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600474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18976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164158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1681643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983261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2118805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1FD4310-F853-435E-800D-F3FEAE7D4704}" type="datetimeFigureOut">
              <a:rPr lang="en-IN" smtClean="0"/>
              <a:t>11-03-2021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36DBA-0F22-4CD7-8C39-0A22A73763D1}" type="slidenum">
              <a:rPr lang="en-IN" smtClean="0"/>
              <a:t>‹#›</a:t>
            </a:fld>
            <a:endParaRPr lang="en-IN"/>
          </a:p>
        </p:txBody>
      </p:sp>
    </p:spTree>
    <p:extLst>
      <p:ext uri="{BB962C8B-B14F-4D97-AF65-F5344CB8AC3E}">
        <p14:creationId xmlns:p14="http://schemas.microsoft.com/office/powerpoint/2010/main" val="4057942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1FD4310-F853-435E-800D-F3FEAE7D4704}" type="datetimeFigureOut">
              <a:rPr lang="en-IN" smtClean="0"/>
              <a:t>11-03-2021</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0236DBA-0F22-4CD7-8C39-0A22A73763D1}" type="slidenum">
              <a:rPr lang="en-IN" smtClean="0"/>
              <a:t>‹#›</a:t>
            </a:fld>
            <a:endParaRPr lang="en-IN"/>
          </a:p>
        </p:txBody>
      </p:sp>
    </p:spTree>
    <p:extLst>
      <p:ext uri="{BB962C8B-B14F-4D97-AF65-F5344CB8AC3E}">
        <p14:creationId xmlns:p14="http://schemas.microsoft.com/office/powerpoint/2010/main" val="4188258168"/>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en.wikipedia.org/wiki/list_of_postal_codes_of_canada:_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680" y="2055223"/>
            <a:ext cx="10828039" cy="1293952"/>
          </a:xfrm>
        </p:spPr>
        <p:txBody>
          <a:bodyPr/>
          <a:lstStyle/>
          <a:p>
            <a:r>
              <a:rPr lang="en-US" sz="6000" dirty="0" smtClean="0">
                <a:solidFill>
                  <a:srgbClr val="00B0F0"/>
                </a:solidFill>
              </a:rPr>
              <a:t>The </a:t>
            </a:r>
            <a:r>
              <a:rPr lang="en-US" sz="6000" dirty="0">
                <a:solidFill>
                  <a:srgbClr val="00B0F0"/>
                </a:solidFill>
              </a:rPr>
              <a:t>Battle of Neighborhoods</a:t>
            </a:r>
            <a:endParaRPr lang="en-IN" sz="6000" dirty="0">
              <a:solidFill>
                <a:srgbClr val="00B0F0"/>
              </a:solidFill>
            </a:endParaRPr>
          </a:p>
        </p:txBody>
      </p:sp>
    </p:spTree>
    <p:extLst>
      <p:ext uri="{BB962C8B-B14F-4D97-AF65-F5344CB8AC3E}">
        <p14:creationId xmlns:p14="http://schemas.microsoft.com/office/powerpoint/2010/main" val="1208850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010194"/>
            <a:ext cx="8825658" cy="1680755"/>
          </a:xfrm>
        </p:spPr>
        <p:txBody>
          <a:bodyPr/>
          <a:lstStyle/>
          <a:p>
            <a:r>
              <a:rPr lang="en-US" sz="3600" dirty="0"/>
              <a:t>Finding a Better Place in Scarborough, Toronto</a:t>
            </a:r>
            <a:endParaRPr lang="en-IN" sz="3600" dirty="0"/>
          </a:p>
        </p:txBody>
      </p:sp>
      <p:sp>
        <p:nvSpPr>
          <p:cNvPr id="5" name="Rectangle 4"/>
          <p:cNvSpPr/>
          <p:nvPr/>
        </p:nvSpPr>
        <p:spPr>
          <a:xfrm>
            <a:off x="1304925" y="2910612"/>
            <a:ext cx="10416812" cy="1477328"/>
          </a:xfrm>
          <a:prstGeom prst="rect">
            <a:avLst/>
          </a:prstGeom>
        </p:spPr>
        <p:txBody>
          <a:bodyPr wrap="square">
            <a:spAutoFit/>
          </a:bodyPr>
          <a:lstStyle/>
          <a:p>
            <a:pPr marL="285750" indent="-285750">
              <a:buFont typeface="Wingdings" panose="05000000000000000000" pitchFamily="2" charset="2"/>
              <a:buChar char="Ø"/>
            </a:pPr>
            <a:r>
              <a:rPr lang="en-US" dirty="0"/>
              <a:t>The purpose of this Capstone Project is to help people in exploring better facilities around their neighborhood. It will help people making smart and efficient decision on selecting great neighborhood out of numbers of other neighborhoods in Scarborough, Toranto</a:t>
            </a:r>
            <a:r>
              <a:rPr lang="en-US" dirty="0" smtClean="0"/>
              <a:t>.</a:t>
            </a:r>
          </a:p>
          <a:p>
            <a:pPr marL="285750" indent="-285750">
              <a:buFont typeface="Wingdings" panose="05000000000000000000" pitchFamily="2" charset="2"/>
              <a:buChar char="Ø"/>
            </a:pPr>
            <a:r>
              <a:rPr lang="en-US" dirty="0"/>
              <a:t>It will help people to get awareness of the area and neighborhood before moving to a new city, state, country or place for their work or to start a new fresh life.</a:t>
            </a:r>
            <a:endParaRPr lang="en-IN" dirty="0"/>
          </a:p>
        </p:txBody>
      </p:sp>
    </p:spTree>
    <p:extLst>
      <p:ext uri="{BB962C8B-B14F-4D97-AF65-F5344CB8AC3E}">
        <p14:creationId xmlns:p14="http://schemas.microsoft.com/office/powerpoint/2010/main" val="24833972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3069" y="757645"/>
            <a:ext cx="8825658" cy="640810"/>
          </a:xfrm>
        </p:spPr>
        <p:txBody>
          <a:bodyPr/>
          <a:lstStyle/>
          <a:p>
            <a:r>
              <a:rPr lang="en-IN" sz="4400" dirty="0"/>
              <a:t>Data acquisition and cleaning</a:t>
            </a:r>
          </a:p>
        </p:txBody>
      </p:sp>
      <p:sp>
        <p:nvSpPr>
          <p:cNvPr id="3" name="Subtitle 2"/>
          <p:cNvSpPr>
            <a:spLocks noGrp="1"/>
          </p:cNvSpPr>
          <p:nvPr>
            <p:ph type="subTitle" idx="1"/>
          </p:nvPr>
        </p:nvSpPr>
        <p:spPr>
          <a:xfrm>
            <a:off x="1154955" y="2203269"/>
            <a:ext cx="8825658" cy="3435531"/>
          </a:xfrm>
        </p:spPr>
        <p:txBody>
          <a:bodyPr/>
          <a:lstStyle/>
          <a:p>
            <a:pPr marL="342900" indent="-342900">
              <a:buFont typeface="Wingdings" panose="05000000000000000000" pitchFamily="2" charset="2"/>
              <a:buChar char="Ø"/>
            </a:pPr>
            <a:r>
              <a:rPr lang="en-US" cap="none" dirty="0" smtClean="0"/>
              <a:t>data link: </a:t>
            </a:r>
            <a:r>
              <a:rPr lang="en-US" cap="none" dirty="0" smtClean="0">
                <a:hlinkClick r:id="rId2"/>
              </a:rPr>
              <a:t>https://en.wikipedia.org/wiki/list_of_postal_codes_of_canada:_m</a:t>
            </a:r>
            <a:endParaRPr lang="en-US" cap="none" dirty="0" smtClean="0"/>
          </a:p>
          <a:p>
            <a:pPr marL="342900" indent="-342900">
              <a:buFont typeface="Wingdings" panose="05000000000000000000" pitchFamily="2" charset="2"/>
              <a:buChar char="Ø"/>
            </a:pPr>
            <a:r>
              <a:rPr lang="en-US" cap="none" dirty="0" smtClean="0"/>
              <a:t>will use Scarborough dataset which we scrapped from Wikipedia on week 3. dataset consisting of latitude and longitude, zip codes.</a:t>
            </a:r>
            <a:endParaRPr lang="en-US" cap="none"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04410" y="3698756"/>
            <a:ext cx="5434149" cy="3055470"/>
          </a:xfrm>
          <a:prstGeom prst="rect">
            <a:avLst/>
          </a:prstGeom>
        </p:spPr>
      </p:pic>
    </p:spTree>
    <p:extLst>
      <p:ext uri="{BB962C8B-B14F-4D97-AF65-F5344CB8AC3E}">
        <p14:creationId xmlns:p14="http://schemas.microsoft.com/office/powerpoint/2010/main" val="31242719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3104" y="496388"/>
            <a:ext cx="8825658" cy="727895"/>
          </a:xfrm>
        </p:spPr>
        <p:txBody>
          <a:bodyPr/>
          <a:lstStyle/>
          <a:p>
            <a:r>
              <a:rPr lang="en-IN" sz="3600" dirty="0"/>
              <a:t>Methodology</a:t>
            </a:r>
          </a:p>
        </p:txBody>
      </p:sp>
      <p:sp>
        <p:nvSpPr>
          <p:cNvPr id="3" name="Subtitle 2"/>
          <p:cNvSpPr>
            <a:spLocks noGrp="1"/>
          </p:cNvSpPr>
          <p:nvPr>
            <p:ph type="subTitle" idx="1"/>
          </p:nvPr>
        </p:nvSpPr>
        <p:spPr>
          <a:xfrm>
            <a:off x="493104" y="1541417"/>
            <a:ext cx="10592908" cy="1750423"/>
          </a:xfrm>
        </p:spPr>
        <p:txBody>
          <a:bodyPr>
            <a:noAutofit/>
          </a:bodyPr>
          <a:lstStyle/>
          <a:p>
            <a:r>
              <a:rPr lang="en-US" sz="1600" cap="none" dirty="0" smtClean="0"/>
              <a:t>Clustering approach:</a:t>
            </a:r>
          </a:p>
          <a:p>
            <a:r>
              <a:rPr lang="en-US" sz="1600" cap="none" dirty="0" smtClean="0"/>
              <a:t>To compare the similarities of two cities, we decided to explore neighborhoods, segment them, and group them into clusters to find similar neighborhoods in a big city like new York and Toronto. To be able to do that, we need to cluster data which is a form of unsupervised machine learning: k-means clustering algorithm.</a:t>
            </a:r>
          </a:p>
          <a:p>
            <a:endParaRPr lang="en-US" sz="1600" cap="none" dirty="0"/>
          </a:p>
          <a:p>
            <a:r>
              <a:rPr lang="en-US" sz="1600" b="1" dirty="0"/>
              <a:t>Using K-Means Clustering Approach</a:t>
            </a:r>
            <a:r>
              <a:rPr lang="en-US" sz="1600" dirty="0"/>
              <a:t> | Most Common Venue</a:t>
            </a:r>
            <a:endParaRPr lang="en-US" sz="1600" cap="none"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2431" y="2725783"/>
            <a:ext cx="7415065" cy="4132217"/>
          </a:xfrm>
          <a:prstGeom prst="rect">
            <a:avLst/>
          </a:prstGeom>
        </p:spPr>
      </p:pic>
    </p:spTree>
    <p:extLst>
      <p:ext uri="{BB962C8B-B14F-4D97-AF65-F5344CB8AC3E}">
        <p14:creationId xmlns:p14="http://schemas.microsoft.com/office/powerpoint/2010/main" val="19387002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2144" y="348343"/>
            <a:ext cx="2119468" cy="658227"/>
          </a:xfrm>
        </p:spPr>
        <p:txBody>
          <a:bodyPr/>
          <a:lstStyle/>
          <a:p>
            <a:r>
              <a:rPr lang="en-IN" sz="4000" dirty="0"/>
              <a:t>Results</a:t>
            </a:r>
          </a:p>
        </p:txBody>
      </p:sp>
      <p:sp>
        <p:nvSpPr>
          <p:cNvPr id="3" name="Subtitle 2"/>
          <p:cNvSpPr>
            <a:spLocks noGrp="1"/>
          </p:cNvSpPr>
          <p:nvPr>
            <p:ph type="subTitle" idx="1"/>
          </p:nvPr>
        </p:nvSpPr>
        <p:spPr>
          <a:xfrm>
            <a:off x="519229" y="1311369"/>
            <a:ext cx="8825658" cy="639351"/>
          </a:xfrm>
        </p:spPr>
        <p:txBody>
          <a:bodyPr>
            <a:noAutofit/>
          </a:bodyPr>
          <a:lstStyle/>
          <a:p>
            <a:r>
              <a:rPr lang="en-US" sz="1800" b="1" dirty="0"/>
              <a:t>Map of Clusters in Scarborough</a:t>
            </a:r>
            <a:endParaRPr lang="en-US" sz="1800" dirty="0"/>
          </a:p>
          <a:p>
            <a:r>
              <a:rPr lang="en-US" sz="1800" dirty="0"/>
              <a:t/>
            </a:r>
            <a:br>
              <a:rPr lang="en-US" sz="1800" dirty="0"/>
            </a:br>
            <a:endParaRPr lang="en-IN"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051" y="1830786"/>
            <a:ext cx="8624672" cy="4874814"/>
          </a:xfrm>
          <a:prstGeom prst="rect">
            <a:avLst/>
          </a:prstGeom>
        </p:spPr>
      </p:pic>
    </p:spTree>
    <p:extLst>
      <p:ext uri="{BB962C8B-B14F-4D97-AF65-F5344CB8AC3E}">
        <p14:creationId xmlns:p14="http://schemas.microsoft.com/office/powerpoint/2010/main" val="42662598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6681" y="566057"/>
            <a:ext cx="8825658" cy="1137198"/>
          </a:xfrm>
        </p:spPr>
        <p:txBody>
          <a:bodyPr/>
          <a:lstStyle/>
          <a:p>
            <a:r>
              <a:rPr lang="en-US" sz="3600" b="1" dirty="0"/>
              <a:t>Average Housing Price by Clusters in Scarborough</a:t>
            </a:r>
            <a:endParaRPr lang="en-IN" sz="3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784304"/>
            <a:ext cx="10302240" cy="4838563"/>
          </a:xfrm>
          <a:prstGeom prst="rect">
            <a:avLst/>
          </a:prstGeom>
        </p:spPr>
      </p:pic>
    </p:spTree>
    <p:extLst>
      <p:ext uri="{BB962C8B-B14F-4D97-AF65-F5344CB8AC3E}">
        <p14:creationId xmlns:p14="http://schemas.microsoft.com/office/powerpoint/2010/main" val="17104216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561" y="461554"/>
            <a:ext cx="8825658" cy="902067"/>
          </a:xfrm>
        </p:spPr>
        <p:txBody>
          <a:bodyPr/>
          <a:lstStyle/>
          <a:p>
            <a:r>
              <a:rPr lang="en-IN" sz="4000" dirty="0"/>
              <a:t>Conclusion Section</a:t>
            </a:r>
          </a:p>
        </p:txBody>
      </p:sp>
      <p:sp>
        <p:nvSpPr>
          <p:cNvPr id="3" name="Subtitle 2"/>
          <p:cNvSpPr>
            <a:spLocks noGrp="1"/>
          </p:cNvSpPr>
          <p:nvPr>
            <p:ph type="subTitle" idx="1"/>
          </p:nvPr>
        </p:nvSpPr>
        <p:spPr>
          <a:xfrm>
            <a:off x="200297" y="2760618"/>
            <a:ext cx="11643360" cy="1898468"/>
          </a:xfrm>
        </p:spPr>
        <p:txBody>
          <a:bodyPr>
            <a:normAutofit/>
          </a:bodyPr>
          <a:lstStyle/>
          <a:p>
            <a:r>
              <a:rPr lang="en-US" cap="none" dirty="0" smtClean="0"/>
              <a:t>In this capstone project, using k-means cluster algorithm I separated the neighborhood into 10(ten) different clusters and for 103 different latitude and longitude from dataset, which have very-similar neighborhoods around them. Using the charts above results presented to a particular neighborhood based on average house prices and school rating have been made.</a:t>
            </a:r>
            <a:endParaRPr lang="en-IN" cap="none" dirty="0"/>
          </a:p>
        </p:txBody>
      </p:sp>
    </p:spTree>
    <p:extLst>
      <p:ext uri="{BB962C8B-B14F-4D97-AF65-F5344CB8AC3E}">
        <p14:creationId xmlns:p14="http://schemas.microsoft.com/office/powerpoint/2010/main" val="3740596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66635" y="3274422"/>
            <a:ext cx="5890279" cy="1224284"/>
          </a:xfrm>
        </p:spPr>
        <p:txBody>
          <a:bodyPr/>
          <a:lstStyle/>
          <a:p>
            <a:r>
              <a:rPr lang="en-US" dirty="0" smtClean="0"/>
              <a:t>Thank You </a:t>
            </a:r>
            <a:r>
              <a:rPr lang="en-US" dirty="0" smtClean="0">
                <a:sym typeface="Wingdings" panose="05000000000000000000" pitchFamily="2" charset="2"/>
              </a:rPr>
              <a:t></a:t>
            </a:r>
            <a:endParaRPr lang="en-IN" dirty="0"/>
          </a:p>
        </p:txBody>
      </p:sp>
    </p:spTree>
    <p:extLst>
      <p:ext uri="{BB962C8B-B14F-4D97-AF65-F5344CB8AC3E}">
        <p14:creationId xmlns:p14="http://schemas.microsoft.com/office/powerpoint/2010/main" val="214052489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TotalTime>
  <Words>268</Words>
  <Application>Microsoft Office PowerPoint</Application>
  <PresentationFormat>Widescreen</PresentationFormat>
  <Paragraphs>19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Century Gothic</vt:lpstr>
      <vt:lpstr>Wingdings</vt:lpstr>
      <vt:lpstr>Wingdings 3</vt:lpstr>
      <vt:lpstr>Ion</vt:lpstr>
      <vt:lpstr>The Battle of Neighborhoods</vt:lpstr>
      <vt:lpstr>Finding a Better Place in Scarborough, Toronto</vt:lpstr>
      <vt:lpstr>Data acquisition and cleaning</vt:lpstr>
      <vt:lpstr>Methodology</vt:lpstr>
      <vt:lpstr>Results</vt:lpstr>
      <vt:lpstr>Average Housing Price by Clusters in Scarborough</vt:lpstr>
      <vt:lpstr>Conclusion Section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Satya Prakash</dc:creator>
  <cp:lastModifiedBy>Satya Prakash</cp:lastModifiedBy>
  <cp:revision>4</cp:revision>
  <dcterms:created xsi:type="dcterms:W3CDTF">2021-03-11T08:48:42Z</dcterms:created>
  <dcterms:modified xsi:type="dcterms:W3CDTF">2021-03-11T09:04:42Z</dcterms:modified>
</cp:coreProperties>
</file>